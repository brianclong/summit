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GA Status is GO
  * Proof: docs/ga/exec-go-no-go-and-day0-runbook.md (Section: "Go/No-Go Rationale")
* Claim: Release Version v4.0.4
  * Proof: docs/releases/MVP-4_RELEASE_NOTES_FINAL.md
* Claim: Commit SHA
  * Value: 3bfccf241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SBOM &amp; Provenance
  * Proof: docs/releases/MVP-4_RELEASE_NOTES_FINAL.md ("Security and Governance" section)
  * Repro: npm run generate:sbom
* Claim: Release Bundle Verification
  * Proof: scripts/release/verify-release-bundle.mjs
* Claim: Operational Targets (make ga, make smoke)
  * Proof: Makefile targets 'ga', 'smoke'
* Claim: Security Hardening
  * Proof: docs/ga/MVP4_GA_EVIDENCE_MAP.md ("Ingestion security hardening")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Cryptographically proven supply chain
  * Proof: docs/releases/MVP-4_RELEASE_NOTES_FINAL.md (Provenance generation)
* Claim: Evidence-backed release gates
  * Proof: docs/ga/MVP4_GA_EVIDENCE_MAP.md
* Claim: Deterministic Operations
  * Proof: scripts/ga/verify-ga-surface.mjs (Automated verification script)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Verification Snapshot Data
  * Proof: docs/ga/MVP4_GA_EVIDENCE_MAP.md
  * Proof: docs/releases/MVP-4_POST_GA_STABILIZATION_PLAN.md
  * Proof: docs/ga/exec-go-no-go-and-day0-runbook.md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Residual Risks
  * Proof: docs/ga/exec-go-no-go-and-day0-runbook.md (Section: "Residual Risks")
  * Proof: docs/releases/MVP-4_POST_GA_STABILIZATION_PLAN.md (Section: "Risk Ledger")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Stabilization Plan
  * Proof: docs/releases/MVP-4_POST_GA_STABILIZATION_PLAN.md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[Evidence]
* Claim: Merge Train Dashboard Stats
  * Proof: docs/ga/MERGE_TRAIN_DASHBOARD.md
  * Timestamp: 2026-01-10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543800"/>
            <a:ext cx="9144000" cy="6858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680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Summit MVP-4 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2026-01-10 | SHA: 3bfccf241 | CONFIDENTIAL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Summit MVP-4 GA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99CC"/>
                </a:solidFill>
              </a:rPr>
              <a:t>Release: v4.0.4 "Ironclad Standard"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9933"/>
                </a:solidFill>
              </a:rPr>
              <a:t>STATUS: GO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2026-01-10 | Commit: 3bfccf241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We’re Shipping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Governance &amp; Compliance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Automated SBOM &amp; Provenance generation for every build.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Release Bundle verification scripts ensuring artifact integrity.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Operational Rigor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Standardized 'make ga' and 'make smoke' targets for consistent verification.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Formalized Rollback Protocol and documented Disaster Recovery drills.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Security Hardening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Ingestion pipeline hardening and policy preflight checks.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Centralized evidence indexing for audit readiness.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Differentiators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Verifiable Integrity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Not just claimed, but cryptographically proven supply chain security.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Evidence-backed release gates ensure no unchecked code enters production.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Deterministic Operations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'Ironclad' release process removes human error from the critical path.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Drift detection is active and continuous.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Verification Snapshot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058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5486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Evidence Pointer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GA Verify Gate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docs/ga/MVP4_GA_EVIDENCE_MAP.md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Security Audit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docs/releases/MVP-4_POST_GA_STABILIZATION_PLAN.md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Unit Tests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CI Logs / docs/release/GA_READINESS_REPORT.md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Secret Scan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docs/release/GA_EVIDENCE_INDEX.md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Quickstart Smoke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docs/ga/exec-go-no-go-and-day0-runbook.md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Risks &amp; Mitigation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4114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Residual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Isolation Drift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 leak between tenants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Continuous drift checks &amp; policy enforcement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Offline Sync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 corruption on resync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Offline resilience tests &amp; operational drills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Supply Chain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Compromised dependencies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Strict pinning &amp; SBOM verification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14 Days Plan (Stabilization)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594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Day 0-3: Hypercare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Hourly SLO checks &amp; full CI/Security baseline capture.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Governance verification: verify:governance, verify:living-documents.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Day 4-7: Week 1 Commitments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Enable `pnpm audit` in CI (Critical level).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Implement Prometheus error budgets.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Day 8-14: Week 2 Stabilization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Eradicate quarantined tests (100% pass rate).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API determinism audit &amp; type safety improvements.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Merge Train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933"/>
                </a:solidFill>
              </a:rPr>
              <a:t>Status: GREEN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Open PRs: 0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P0/P1 Blockers: 0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Queue Depth: 0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CI Status: PASSING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Summit MVP-4 GA Board Deck</dc:title>
  <dc:subject>Executive Board Summary for Summit MVP-4 GA</dc:subject>
  <dc:creator>Jules (Board Deck Builder)</dc:creator>
  <cp:lastModifiedBy>Jules (Board Deck Builder)</cp:lastModifiedBy>
  <cp:revision>1</cp:revision>
  <dcterms:created xsi:type="dcterms:W3CDTF">2026-01-10T06:16:19Z</dcterms:created>
  <dcterms:modified xsi:type="dcterms:W3CDTF">2026-01-10T06:16:19Z</dcterms:modified>
</cp:coreProperties>
</file>